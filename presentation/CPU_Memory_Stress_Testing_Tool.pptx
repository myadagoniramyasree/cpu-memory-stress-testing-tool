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64D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CPU and Memory Stress Testing Tool</a:t>
            </a:r>
          </a:p>
          <a:p>
            <a:pPr>
              <a:spcAft>
                <a:spcPts val="1800"/>
              </a:spcAft>
              <a:defRPr sz="1800" b="1">
                <a:solidFill>
                  <a:srgbClr val="00B4D8"/>
                </a:solidFill>
                <a:latin typeface="Segoe UI"/>
              </a:defRPr>
            </a:pPr>
            <a:r>
              <a:t>High-Performance Workload Generator &amp; OS Kernel Behavioral Analysis Utility</a:t>
            </a:r>
          </a:p>
          <a:p>
            <a:pPr>
              <a:spcAft>
                <a:spcPts val="2400"/>
              </a:spcAft>
              <a:defRPr sz="1300">
                <a:solidFill>
                  <a:srgbClr val="8892B0"/>
                </a:solidFill>
                <a:latin typeface="Segoe UI"/>
              </a:defRPr>
            </a:pPr>
            <a:r>
              <a:t>OSSP Hackathon Edition  |  Comprehensive Implementation of Course Outcomes CO1 – CO6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4DFDF"/>
                </a:solidFill>
                <a:latin typeface="Segoe UI"/>
              </a:defRPr>
            </a:pPr>
            <a:r>
              <a:t>TEAM PARTICIPATION &amp; MODULE RESPONSIBILITIES:</a:t>
            </a:r>
          </a:p>
          <a:p>
            <a:pPr>
              <a:defRPr sz="1100">
                <a:solidFill>
                  <a:srgbClr val="CCD6F6"/>
                </a:solidFill>
                <a:latin typeface="Segoe UI"/>
              </a:defRPr>
            </a:pPr>
            <a:r>
              <a:t>• Process Management &amp; CPU Stress (CO2)   • Virtual Memory &amp; Demand Paging (CO4)   • IPC &amp; Signals (CO3)</a:t>
            </a:r>
            <a:br/>
            <a:r>
              <a:t>• Threading &amp; Synchronization (CO6)   • Low-Level File I/O &amp; Reports (CO5)   • CLI &amp; Safety Controls (CO1)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Problem Statement &amp; Systems Engineering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The Performance Engineering Challenge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Unpredictable Workload Spikes: High-throughput servers face sudden surges in CPU computations and memory consumption, stressing the OS scheduler and memory subsystem.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Complex Kernel Interactions: When utilization escalates, processes experience context switching overhead, TLB shootdowns, and hardware page fault exceptions.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Opaque Existing Tools: Standard benchmark utilities act as black boxes, obscuring system call traces, IPC synchronization latencies, and kernel paging behaviors.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Academic Need: A cohesive systems tool is required to demonstrate how foundational OS concepts operate together under real hardware stress.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Key Objectives of This Solution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Direct Kernel Observability: Surface true system metrics via direct parsing of /proc/stat, /proc/meminfo, and /proc/self/status.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Safe &amp; Repeatable Stress: Implement strict safety boundaries preventing OS starvation or OOM (Out Of Memory) killer crashes.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Full OSSP Curriculum Coverage: Cover all six Course Outcomes (CO1 to CO6) in an integrated, demonstrable systems program.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Empirical Verification: Validate performance scaling, memory access overheads, and synchronization correctness on actual Linux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Expected Outcome &amp; Core Technical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Controlled Workload Generator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Configurable CPU workers (1 to 64)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Configurable test durations (1 to 600s)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Bounded memory limits (up to 80% RAM)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Monotonic high-resolution clock timing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Multi-Paradigm IPC &amp; Sync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Anonymous pipe streaming per worker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Named pipe (FIFO) rendezvous in /tmp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POSIX Shared Memory (/dev/shm)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Mutex, CondVar, and Semaphore 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Virtual Memory Experiments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Sequential vs Random memory access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Read-only vs Write-only access passes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Demand Paging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Copy-On-Write (COW) page duplication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23360"/>
            <a:ext cx="52120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Low-Level Reporting Engine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Direct POSIX open/write/close syscalls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Time-series CSV dataset output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Human-readable summary with CO checks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Historical performance ledger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Proposed Solution &amp; Application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Workload Modes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CPU-Only (Process based)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Memory-Only (Virtual memory)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Combined (CPU + RAM stress)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Pthreads (Multithreaded)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Race Condition Demo (CO6)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Copy-On-Write Demo (CO4)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Systems Programming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fork() &amp; execv() worker binaries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waitpid() non-blocking reaping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POSIX Shared Memory &amp; Pipes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sigaction() graceful shutdown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Low-level syscall logging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Strict Ring 3 user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Telemetry &amp; Safety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Live ANSI terminal dashboard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CPU % (User, System, Idle)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Minor &amp; Major page fault counts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80% RAM dynamic safety ceiling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Zero zombie process guarantee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Automated 20-test validation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Architecture &amp; High-Level Execution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1. CLI &amp; Validator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getopt_long parser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Safety ceiling checks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Dry-run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2. Workload Engines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Process Manager (fork)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Thread Manager (pthreads)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External execv (worker)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3. IPC &amp; Sync Layer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Anonymous Pipes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Named Pipes (FIFO)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POSIX Shared Memory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Mutex &amp; Semaphores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29184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4. Execution Kernels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Matrix mult (ALU/Cache)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Hash mixing (Integer)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Sqrt/Trans (FPU/SIMD)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Page touch (Sequential/Rand)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5. Kernel Monitor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/proc/stat CPU jiffies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/proc/meminfo RAM stats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/proc/self/status RSS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getrusage() page faults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023360"/>
            <a:ext cx="329184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2062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6. File System &amp; Reports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Low-level open/write/close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Raw timestamped log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Time-series CSV dataset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Historical test ledger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Technology Stack &amp; Core POSIX System Calls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Subsystem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POSIX / Linux System Calls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Underlying Operating System Mechanics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Process Control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4D8"/>
                          </a:solidFill>
                        </a:defRPr>
                      </a:pPr>
                      <a:r>
                        <a:t>fork(), execv(), waitpid(), exit(), _exit()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Process cloning, binary image replacement, child reaping, exit codes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Inter-Process Comm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4D8"/>
                          </a:solidFill>
                        </a:defRPr>
                      </a:pPr>
                      <a:r>
                        <a:t>pipe(), mkfifo(), shm_open(), mmap(), kill()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Kernel ring buffers, FIFO inodes, POSIX shared memory, software interrupts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Virtual Memory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4D8"/>
                          </a:solidFill>
                        </a:defRPr>
                      </a:pPr>
                      <a:r>
                        <a:t>malloc(), mmap(), munmap(), sysconf(_SC_PAGESIZE)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Page frame allocation, demand paging, memory touching, TLB access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Multithreading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4D8"/>
                          </a:solidFill>
                        </a:defRPr>
                      </a:pPr>
                      <a:r>
                        <a:t>pthread_create(), pthread_join(), pthread_mutex_*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Shared memory concurrency, mutual exclusion, condition variable barriers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Synchronization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4D8"/>
                          </a:solidFill>
                        </a:defRPr>
                      </a:pPr>
                      <a:r>
                        <a:t>pthread_cond_*, sem_init(), sem_wait(), sem_post()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Thread rendezvous broadcast, counting semaphore concurrency throttling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Low-Level File I/O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4D8"/>
                          </a:solidFill>
                        </a:defRPr>
                      </a:pPr>
                      <a:r>
                        <a:t>open(), read(), write(), lseek(), close(), mkdir()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Direct VFS interaction, inode creation, file descriptor manipulation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System Monitoring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4D8"/>
                          </a:solidFill>
                        </a:defRPr>
                      </a:pPr>
                      <a:r>
                        <a:t>/proc/stat, /proc/meminfo, /proc/self/status, getrusage()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Kernel jiffy CPU utilization, physical memory usage, minor/major page faults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Course Outcomes Implementation: CO1, CO2, &amp; CO3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CO1: OS Interface &amp; Syscalls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Terminal Interface: Implemented with getopt_long() parsing short/long options.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Ring 3 vs Ring 0: User mode workload loops trap into kernel mode via syscalls.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External Workers: Launches external worker executable './stress_worker' via execv().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Dry-Run Mode: Simulates memory allocation and verifies safety without execution.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Verification: ./stress_tool --dry-run and ./stress_tool -e exec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CO2: Process Management &amp; CPU Stress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Process Spawning: fork() creates independent worker processes with isolated PCBs.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Workload Kernels: Matrix multiplication, integer hash mixing, and transcendentals.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Monotonic Timing: clock_gettime(CLOCK_MONOTONIC) prevents NTP clock skews.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Child Reaping: waitpid() loop prevents zombies; parses WIFEXITED &amp; WEXITSTATUS.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Verification: ./stress_tool -m cpu -w 4 -t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CO3: Inter-Process Communication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Anonymous Pipes: pipe() transmits worker_report_t telemetry back to parent.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Named Pipes (FIFOs): mkfifo() in /tmp creates filesystem-backed rendezvous.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POSIX Shared Memory: shm_open() + mmap() in /dev/shm enables zero-copy metrics.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Signals: sigaction() traps SIGINT/SIGTERM, sends killpg(), and unlinks resources.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Verification: ./stress_tool -i pipe | -i fifo | -i shm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Course Outcomes Implementation: CO4, CO5, &amp; CO6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CO4: Virtual Memory &amp; Paging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Bounded Allocation: malloc() or direct mmap(MAP_ANONYMOUS | MAP_PRIVATE).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Access Patterns: Sequential (stride 4KB) vs Random page indexing (TLB misses).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Demand Paging: mmap allocation incurs 0 page faults until pages are touched.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Copy-On-Write (COW): fork() shares pages; child write triggers COW duplication.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Verification: ./stress_tool -m cow-demo -b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CO5: File-System Operations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Low-Level Syscalls: Exclusively uses open(), write(), lseek(), and close().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Structured Artifacts: Generates execution log, time-series CSV, and text summaries.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Test History Ledger: Appends runs to test_history.csv for fair comparisons.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OS Concepts: Exercises inodes, dentries, File Descriptor Table, and VFS layer.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Verification: Inspect results/ folder after any test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CO6: Threads &amp; Synchronization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POSIX Pthreads: Spawns worker threads sharing heap, joined via pthread_join().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Mutex Protection: pthread_mutex_t enforces mutual exclusion on shared counters.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Condition Variables: pthread_cond_broadcast() emits barrier launch to all threads.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Counting Semaphores: sem_t throttles concurrent computation units.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Verification: ./stress_tool -m race-demo -w 4 [--no-sync]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CPU Stress-Testing Methodology &amp; Mathematical Kernels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Matrix Multiplication Kernel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Target Units: Floating-Point ALU &amp; L1/L2 Cache Hierarchy.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Algorithm: 32x32 double-precision floating-point matrix multiplication with O(N³) complexity.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Memory Behavior: Row-column stride stresses memory cache lines.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Instruction Mix: High proportion of fused multiply-add (FMA) instructions.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Cryptographic Hash Mixing Kernel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Target Units: Integer Execution Pipelines &amp; Bit-Manipulation Units.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Algorithm: 64-bit non-linear bit-mixing iterations (XORs, 64-bit rotations, prime multiplications).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Behavior: Zero memory indirection; maximizes instruction pipeline saturation.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Context: Simulates cryptographic and hashing server 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Transcendental Math Kernel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Target Units: Vector SIMD Units &amp; Hardware Square-Root Engines.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Algorithm: Interleaved sqrt(), sin(), and cos() trigonometric evaluations.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Behavior: High-latency mathematical function calls stressing hardware math coprocessors.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Context: Simulates scientific computing and physics simulation workloads.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Memory Stress-Testing Methodology &amp; Virtual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Memory Access Patterns &amp; Hardware Effects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Sequential Access Pattern: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Iterates in strides of 4,096 bytes (sysconf(_SC_PAGESIZE)).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Triggers CPU hardware stream prefetchers, maximizing L3 throughput.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Low TLB miss penalty (~2,258 memory passes/sec).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Random Access Pattern: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Randomly touches page offsets across the entire allocation.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Defeats CPU prefetchers; causes frequent TLB cache misses.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Demonstrates ~14.2% lower throughput (~1,938 passes/sec) due to memory latency.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Read vs. Write Operations: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Controlled via --operation rw | write | read to distinguish dirty page overhead from read-only frame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Copy-On-Write (COW) Experiment Walkthrough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Step 1: Virtual Mapping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mmap(64 MB, MAP_ANONYMOUS | MAP_PRIVATE).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Minor page faults = 0. Physical RAM is NOT committed.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Concept: Demand Paging (lazy allocation).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Step 2: Page Touching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Writing 1 byte to all 16,384 pages.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Observed Minor Faults = exactly 16,384 (+100%).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Concept: Hardware MMU exception maps physical frames.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Step 3: Copy-On-Write via fork()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Child process read pass = 0 page faults (shared frames).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Child write pass to 8,192 pages = exactly 8,192 minor faults.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Concept: Kernel duplicates only modified frames.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Real-Time Monitoring &amp; Low-Level Syscall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Linux /proc Subsystem Parsers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/proc/stat: Parsed for user, nice, system, idle, and iowait jiffies. Computes exact system-wide CPU percentage deltas.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/proc/meminfo: Parsed for MemTotal, MemFree, and MemAvailable to verify memory safety.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/proc/self/status &amp; getrusage(): Parsed for process VmRSS, VmSize, and minor/major page faults.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Live ANSI Terminal Dashboard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Emits single-line status updates every sampling interval (e.g., 1000 ms).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Displays: [ELAPSED] [CPU% (User/Sys)] [SYS MEM] [APP RSS] [PAGE FAULTS] [THROUGHPUT].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Guarantees zero GUI dependencies; runs on headless Linux servers and SSH terminals.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Four Generated Persistent Artifacts (CO5)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1. Raw Syscall Log (stress_*.log): Timestamped trace of worker initialization, execution, and exit codes.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2. Time-Series CSV (stress_*.csv): Granular resource metrics per second for spreadsheet and graph plotting.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3. Human-Readable Summary (stress_*_summary.txt): Complete test recap with CO verification checkpoints.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4. Historical Ledger (test_history.csv): Single-line cumulative summary appending runs for fair benchmarking.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Verification Strategy &amp; Automated Test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test_config.sh (CO1)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Version and help banners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Dry-run safety simulation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Invalid mode rejection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Excessive worker rejection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Negative duration rejection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Over-memory safety ceiling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Status: [PASS] 7/7 Subtests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test_cpu.sh (CO2)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Single-worker execution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4-worker CPU scaling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Hash &amp; Sqrt algorithms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execv() external worker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Monotonic duration check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Zombie reaping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Status: [PASS] 4/4 Subtests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test_memory.sh (CO4)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Sequential malloc pass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Random mmap pass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Read-only access mode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Page fault telemetry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Demand paging test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Copy-On-Write demo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Status: [PASS] 4/4 Subtests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test_ipc.sh (CO3)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Anonymous pipe IPC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Named pipe (FIFO) in /tmp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POSIX Shared Memory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SIGINT graceful stop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Signal child broadcast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Resource unlink cleanup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Status: [PASS] 4/4 Subtests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test_threads.sh (CO6)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POSIX pthreads execution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Condition variable barrier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Semaphore task throttle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Unsync race condition demo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Mutex-synchronized demo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Correctness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Status: [PASS] 3/3 Subtests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test_reports.sh (CO5)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Low-level open/write/close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CSV header &amp; data validity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Text summary generation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Course outcome checkpoints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Historical ledger append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File permission handling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Status: [PASS] 4/4 Subtests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Empirical Benchmark Results &amp; System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731520"/>
                <a:gridCol w="914400"/>
                <a:gridCol w="914400"/>
                <a:gridCol w="914400"/>
                <a:gridCol w="914400"/>
                <a:gridCol w="146304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Test Mode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Workers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CPU %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RSS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Page Flts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Iterations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DFD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335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CPU (1 Worker)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 Proc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3.0s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73,856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24,618 it/s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4B6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CPU (2 Workers)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Procs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3.0s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25.1%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147,328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48,755 it/s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4B6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CPU (4 Workers)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4 Procs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3.0s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50.2%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291,456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96,829 it/s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4B6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CPU (execv Worker)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Procs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3.0s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152,064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50,330 it/s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4B6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Memory (Sequential)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Procs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3.0s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128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24.8%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32,866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6,880 passes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2,258 it/s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4B6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Memory (Random)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Procs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3.0s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128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24.9%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32,866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5,912 passes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1,938 it/s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4B6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Pthreads Workload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4 Threads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3.0s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49.9%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143,104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47,298 it/s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4B6"/>
                          </a:solidFill>
                          <a:latin typeface="Segoe U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Race Demo (Unsync)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4 Threads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0.002s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608,212 / 2.0M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69.6% Data Loss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71D36"/>
                          </a:solidFill>
                          <a:latin typeface="Segoe UI"/>
                        </a:defRPr>
                      </a:pPr>
                      <a:r>
                        <a:t>RACE HAZARD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Race Demo (Mutex)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4 Threads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0.107s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2,000,000 / 2.0M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100% Match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4B6"/>
                          </a:solidFill>
                          <a:latin typeface="Segoe UI"/>
                        </a:defRPr>
                      </a:pPr>
                      <a:r>
                        <a:t>CORRECT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Safety Boundaries, Resource Limits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Built-In Operating System Safeguards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Dynamic RAM Safety Ceiling: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Reads /proc/meminfo at startup.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Rejects any allocation exceeding 80% available RAM.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Prevents system freezing and OOM killer invocations.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Process &amp; Duration Bounding: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Workers constrained to 1 &lt;= W &lt;= 64.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Test duration capped at 600s max default.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Clean Signal Trapping &amp; Reaping: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Catches SIGINT and SIGTERM gracefully.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Immediately signals worker process group and reaps via waitpid().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Unlinks all shared memory and FIFO files in /tmp and /dev/shm.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Architectural Limitations &amp; Future Scope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Existing System Boundaries: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Focuses on CPU, memory, and local file I/O subsystems; network stress testing (sockets) not currently included.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Linux specific interfaces (/proc, POSIX SHM) require POSIX abstraction layer on non-Linux OS.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Planned Future Enhancements: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NUMA (Non-Uniform Memory Access) node locality tuning via libnuma.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Linux Control Groups (cgroups v2) integration to enforce hard CPU shares and memory throttles.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Real-Time Scheduling policies (SCHED_FIFO and SCHED_RR) evaluation.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- Direct disk block I/O stress using O_DIRECT flags.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DFDF"/>
                </a:solidFill>
                <a:latin typeface="Segoe UI"/>
              </a:defRPr>
            </a:pPr>
            <a:r>
              <a:t>OPERATING SYSTEMS &amp; SYSTEM PROGRAMMING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&amp; Live Demonstration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Project Summary &amp; Key Takeaways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Complete Course Outcomes Fulfillment: Demonstrated all 6 OSSP outcomes (CO1 to CO6) in a cohesive, working C application.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Systems-First Engineering: Implemented direct kernel interfaces, bypassing high-level wrappers for low-level syscalls.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Real Empirical Insights: Proved demand paging behaviors, Copy-On-Write duplication, and empirical race conditions.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100% Automated Test Pass Rate: 20 regression test cases validated under GNU Make across all modules.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• Clean Git-Ready Deliverable: Includes complete source, headers, Makefile, tests, reports, and presentation.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DFDF"/>
                </a:solidFill>
                <a:latin typeface="Segoe UI"/>
              </a:defRPr>
            </a:pPr>
            <a:r>
              <a:t>Recommended Live Demonstration Sequence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1. Safety &amp; Dry-Run (CO1):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 ./stress_tool -m combined -w 4 -b 256 --dry-run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2. CPU Scaling &amp; waitpid Reaping (CO2):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 ./stress_tool -m cpu -w 4 -t 5 -a matrix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3. External execv() Worker Execution (CO1/CO2):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 ./stress_tool -m cpu -w 2 -t 3 -e exec -i pipe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4. Demand Paging &amp; Copy-On-Write Demo (CO4):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 ./stress_tool -m cow-demo -b 64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5. Thread Race Demo vs Mutex Correctness (CO6):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 ./stress_tool -m race-demo -w 4 --no-sync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 ./stress_tool -m race-demo -w 4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6. Low-Level Reports &amp; CSV Inspection (CO5):</a:t>
            </a:r>
          </a:p>
          <a:p>
            <a:pPr>
              <a:spcAft>
                <a:spcPts val="600"/>
              </a:spcAft>
              <a:defRPr sz="1200">
                <a:solidFill>
                  <a:srgbClr val="CCD6F6"/>
                </a:solidFill>
                <a:latin typeface="Segoe UI"/>
              </a:defRPr>
            </a:pPr>
            <a:r>
              <a:t>   cat results/test_history.csv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