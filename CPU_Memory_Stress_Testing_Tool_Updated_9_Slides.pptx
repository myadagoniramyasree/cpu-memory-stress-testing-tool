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-884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66760" y="1018941"/>
            <a:ext cx="3154680" cy="544068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32520" y="126792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43D0E6"/>
                </a:solidFill>
                <a:latin typeface="Aptos"/>
              </a:defRPr>
            </a:pPr>
            <a:r>
              <a:rPr dirty="0"/>
              <a:t>WORKLOAD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3618203"/>
            <a:ext cx="256032" cy="914400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08592" y="3014335"/>
            <a:ext cx="256032" cy="1554480"/>
          </a:xfrm>
          <a:prstGeom prst="roundRect">
            <a:avLst>
              <a:gd name="adj" fmla="val 12000"/>
            </a:avLst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47504" y="3434868"/>
            <a:ext cx="256032" cy="1143000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86415" y="2468601"/>
            <a:ext cx="256032" cy="2148840"/>
          </a:xfrm>
          <a:prstGeom prst="roundRect">
            <a:avLst>
              <a:gd name="adj" fmla="val 12000"/>
            </a:avLst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25328" y="3196760"/>
            <a:ext cx="256032" cy="1417320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4860786"/>
            <a:ext cx="2514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rPr dirty="0"/>
              <a:t>CPU  •  RAM</a:t>
            </a:r>
          </a:p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rPr dirty="0"/>
              <a:t>MEASURE  • 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43D0E6"/>
                </a:solidFill>
                <a:latin typeface="Aptos"/>
              </a:defRPr>
            </a:pPr>
            <a:r>
              <a:t>OPERATING SYSTEMS &amp; SYSTEM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08956"/>
            <a:ext cx="7223760" cy="202876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3400" b="1" i="0">
                <a:solidFill>
                  <a:srgbClr val="F5F8FF"/>
                </a:solidFill>
                <a:latin typeface="Aptos"/>
              </a:defRPr>
            </a:pPr>
            <a:r>
              <a:rPr sz="6000" dirty="0"/>
              <a:t>CPU and Memory</a:t>
            </a:r>
          </a:p>
          <a:p>
            <a:pPr algn="l">
              <a:spcAft>
                <a:spcPts val="700"/>
              </a:spcAft>
              <a:defRPr sz="3400" b="1" i="0">
                <a:solidFill>
                  <a:srgbClr val="F5F8FF"/>
                </a:solidFill>
                <a:latin typeface="Aptos"/>
              </a:defRPr>
            </a:pPr>
            <a:r>
              <a:rPr sz="6000" dirty="0"/>
              <a:t>Stress Testing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576797"/>
            <a:ext cx="6858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A controlled Linux workload generator for observing resource use and OS </a:t>
            </a:r>
            <a:r>
              <a:rPr dirty="0" err="1"/>
              <a:t>behaviour</a:t>
            </a:r>
            <a:r>
              <a:rPr dirty="0"/>
              <a:t> under configurable 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4374"/>
            <a:ext cx="6949440" cy="11079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5F8FF"/>
                </a:solidFill>
                <a:latin typeface="Aptos"/>
              </a:defRPr>
            </a:pPr>
            <a:r>
              <a:rPr lang="en-US" sz="1400" dirty="0" smtClean="0"/>
              <a:t>TEAM :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5F8FF"/>
                </a:solidFill>
                <a:latin typeface="Aptos"/>
              </a:defRPr>
            </a:pPr>
            <a:r>
              <a:rPr lang="en-US" sz="1400" dirty="0" smtClean="0"/>
              <a:t>2520030094 – M </a:t>
            </a:r>
            <a:r>
              <a:rPr lang="en-US" sz="1400" dirty="0" err="1" smtClean="0"/>
              <a:t>Ramya</a:t>
            </a:r>
            <a:r>
              <a:rPr lang="en-US" sz="1400" dirty="0" smtClean="0"/>
              <a:t> </a:t>
            </a:r>
            <a:r>
              <a:rPr lang="en-US" sz="1400" dirty="0" err="1" smtClean="0"/>
              <a:t>Sree</a:t>
            </a:r>
            <a:endParaRPr lang="en-US" sz="1400" dirty="0" smtClean="0"/>
          </a:p>
          <a:p>
            <a:pPr algn="l">
              <a:spcAft>
                <a:spcPts val="400"/>
              </a:spcAft>
              <a:defRPr sz="1300" b="0" i="0">
                <a:solidFill>
                  <a:srgbClr val="F5F8FF"/>
                </a:solidFill>
                <a:latin typeface="Aptos"/>
              </a:defRPr>
            </a:pPr>
            <a:r>
              <a:rPr lang="en-US" sz="1400" dirty="0" smtClean="0"/>
              <a:t>2520030109 – S </a:t>
            </a:r>
            <a:r>
              <a:rPr lang="en-US" sz="1400" dirty="0" err="1" smtClean="0"/>
              <a:t>Lohitha</a:t>
            </a:r>
            <a:endParaRPr lang="en-US" sz="1400" dirty="0" smtClean="0"/>
          </a:p>
          <a:p>
            <a:pPr algn="l">
              <a:spcAft>
                <a:spcPts val="400"/>
              </a:spcAft>
              <a:defRPr sz="1300" b="0" i="0">
                <a:solidFill>
                  <a:srgbClr val="F5F8FF"/>
                </a:solidFill>
                <a:latin typeface="Aptos"/>
              </a:defRPr>
            </a:pPr>
            <a:r>
              <a:rPr lang="en-US" sz="1400" dirty="0" smtClean="0"/>
              <a:t>2520030536 – D </a:t>
            </a:r>
            <a:r>
              <a:rPr lang="en-US" sz="1400" dirty="0" err="1" smtClean="0"/>
              <a:t>Teja</a:t>
            </a:r>
            <a:r>
              <a:rPr lang="en-US" sz="1400" dirty="0" smtClean="0"/>
              <a:t> </a:t>
            </a:r>
            <a:r>
              <a:rPr lang="en-US" sz="1400" dirty="0" err="1" smtClean="0"/>
              <a:t>Sadwika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4C2D6"/>
                </a:solidFill>
                <a:latin typeface="Aptos"/>
              </a:defRPr>
            </a:pPr>
            <a:r>
              <a:t>C implementation  |  Linux / POSIX  |  Command-line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Problem statement, motivation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Why controlled stress testing is useful for understanding operating-system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4290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42900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3154680" cy="1708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Resource-heavy workloads can increase CPU </a:t>
            </a:r>
            <a:r>
              <a:rPr dirty="0" err="1"/>
              <a:t>utilisation</a:t>
            </a:r>
            <a:r>
              <a:rPr dirty="0"/>
              <a:t> and memory pressure. Without controlled tests, it is difficult to compare runs or observe how the OS responds.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4290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4864" cy="342900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154680" cy="1708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Generate configurable CPU and memory workloads from a CLI, then observe runtime, resource metrics, page-fault information and worker </a:t>
            </a:r>
            <a:r>
              <a:rPr dirty="0" err="1"/>
              <a:t>behaviour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4290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54864" cy="342900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1797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Run repeatable tests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Control worker count and duration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Compare access patterns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Capture logs and CSV reports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Demonstrate CO1–CO6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6924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rPr dirty="0"/>
              <a:t>Expected outcome: a controlled workload generator that stresses CPU and memory and measures system performance under different loads.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37509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02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8405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Proposed solution &amp; execution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9613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A command-line workflow separates configuration, workload execution, telemetry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62805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73717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30317"/>
            <a:ext cx="1783080" cy="20574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1" y="241319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486349"/>
            <a:ext cx="3840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961837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CLI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483045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Parse options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Check limits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50591" y="3236157"/>
            <a:ext cx="420625" cy="0"/>
          </a:xfrm>
          <a:prstGeom prst="line">
            <a:avLst/>
          </a:prstGeom>
          <a:ln w="25400">
            <a:solidFill>
              <a:srgbClr val="43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230317"/>
            <a:ext cx="1783080" cy="20574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90672" y="241319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2" y="2486349"/>
            <a:ext cx="3840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961837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Workload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483045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CPU workers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Memory workloads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6592" y="3236157"/>
            <a:ext cx="420624" cy="0"/>
          </a:xfrm>
          <a:prstGeom prst="line">
            <a:avLst/>
          </a:prstGeom>
          <a:ln w="25400">
            <a:solidFill>
              <a:srgbClr val="43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2230317"/>
            <a:ext cx="1783080" cy="20574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76672" y="241319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76672" y="2486349"/>
            <a:ext cx="3840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961837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OS primitives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483045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Processes / threads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IPC / synchronisation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22592" y="3236157"/>
            <a:ext cx="420623" cy="0"/>
          </a:xfrm>
          <a:prstGeom prst="line">
            <a:avLst/>
          </a:prstGeom>
          <a:ln w="25400">
            <a:solidFill>
              <a:srgbClr val="43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79" y="2230317"/>
            <a:ext cx="1783080" cy="20574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62671" y="241319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1" y="2486349"/>
            <a:ext cx="3840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961837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3483045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CPU / RAM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Timing / faults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08592" y="3236157"/>
            <a:ext cx="420623" cy="0"/>
          </a:xfrm>
          <a:prstGeom prst="line">
            <a:avLst/>
          </a:prstGeom>
          <a:ln w="25400">
            <a:solidFill>
              <a:srgbClr val="43D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84080" y="2230317"/>
            <a:ext cx="1783080" cy="20574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948672" y="2413197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48672" y="2486349"/>
            <a:ext cx="3840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961837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483045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Logs / CSV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Run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82077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Run → observe → save → compare. The same interface supports CPU-only, memory-only and combined experiments where implemented.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73717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Technology stack &amp; core system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The implementation is designed for a Linux / POSIX environment and runs in the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61188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LANGUAGE &amp;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3154680" cy="1746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 sz="15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C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15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GNU compiler / </a:t>
            </a:r>
            <a:r>
              <a:rPr dirty="0" err="1"/>
              <a:t>Makefile</a:t>
            </a:r>
            <a:endParaRPr dirty="0"/>
          </a:p>
          <a:p>
            <a:pPr algn="l">
              <a:lnSpc>
                <a:spcPct val="150000"/>
              </a:lnSpc>
              <a:spcAft>
                <a:spcPts val="700"/>
              </a:spcAft>
              <a:defRPr sz="15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Linux terminal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15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POSIX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4864" cy="361188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PROCESS &amp; THREADS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154680" cy="1746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fork(), </a:t>
            </a:r>
            <a:r>
              <a:rPr dirty="0" err="1"/>
              <a:t>execv</a:t>
            </a:r>
            <a:r>
              <a:rPr dirty="0"/>
              <a:t>(), </a:t>
            </a:r>
            <a:r>
              <a:rPr dirty="0" err="1"/>
              <a:t>waitpid</a:t>
            </a:r>
            <a:r>
              <a:rPr dirty="0"/>
              <a:t>()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pthread_create</a:t>
            </a:r>
            <a:r>
              <a:rPr dirty="0"/>
              <a:t>(), </a:t>
            </a:r>
            <a:r>
              <a:rPr dirty="0" err="1"/>
              <a:t>pthread_join</a:t>
            </a:r>
            <a:r>
              <a:rPr dirty="0"/>
              <a:t>()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mutexes</a:t>
            </a:r>
            <a:r>
              <a:rPr dirty="0"/>
              <a:t> / condition variables / semaphores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signal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54864" cy="361188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MEMORY, IPC &amp;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14465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mmap</a:t>
            </a:r>
            <a:r>
              <a:rPr dirty="0"/>
              <a:t>(), </a:t>
            </a:r>
            <a:r>
              <a:rPr dirty="0" err="1"/>
              <a:t>malloc</a:t>
            </a:r>
            <a:r>
              <a:rPr dirty="0"/>
              <a:t>()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pipe(), FIFO, shared memory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open(), write(), </a:t>
            </a:r>
            <a:r>
              <a:rPr dirty="0" err="1"/>
              <a:t>lseek</a:t>
            </a:r>
            <a:r>
              <a:rPr dirty="0"/>
              <a:t>(), close()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dirty="0"/>
              <a:t>• /</a:t>
            </a:r>
            <a:r>
              <a:rPr dirty="0" err="1"/>
              <a:t>proc</a:t>
            </a:r>
            <a:r>
              <a:rPr dirty="0"/>
              <a:t> metrics where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04 • 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CO1, CO2 &amp; CO3 — interface, processes and IPC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Use this slide to connect the project implementation to the first three course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56616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CO1 • OS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98870"/>
            <a:ext cx="3154680" cy="20415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CLI argument parsing and validation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System-call interaction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Worker executable / dry-run options (if present)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4864" cy="356616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CO2 • PROCESS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73301"/>
            <a:ext cx="3154680" cy="24109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Create worker processes with fork()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Execute workers where configured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Wait for child completion and inspect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54864" cy="356616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CO3 • IPC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27345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Transfer worker information through configured IPC mechanisms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Demonstrate pipe / FIFO / shared-memory paths supported by the code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Handle signals and cleanup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05 • 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CO4, CO5 &amp; CO6 — memory, files and synchronisation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Three OS concepts are demonstrated through workload experiments and saved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56616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CO4 • VIRTUAL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3154680" cy="21452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Allocate and access memory regions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Compare sequential and random access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Observe page-fault </a:t>
            </a:r>
            <a:r>
              <a:rPr sz="1400" dirty="0" err="1"/>
              <a:t>behaviour</a:t>
            </a:r>
            <a:endParaRPr sz="1400" dirty="0"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Explain demand paging / Copy-On-Write only where demonstrated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4864" cy="356616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CO5 • FILE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154680" cy="24165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Write logs and structured results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Save time-series CSV and summaries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Use low-level file operations where implemented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Compare results across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54864" cy="356616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CO6 • THREADS &amp;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27345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Run POSIX threads where supported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Compare shared-state access with and without </a:t>
            </a:r>
            <a:r>
              <a:rPr sz="1600" dirty="0" err="1"/>
              <a:t>synchronisation</a:t>
            </a:r>
            <a:endParaRPr sz="1600" dirty="0"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Explain </a:t>
            </a:r>
            <a:r>
              <a:rPr sz="1600" dirty="0" err="1"/>
              <a:t>mutex</a:t>
            </a:r>
            <a:r>
              <a:rPr sz="1600" dirty="0"/>
              <a:t> / semaphore / condition-variable roles only for implemented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06 • WORKLOAD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CPU and memory stress-testing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Vary one parameter at a time to make comparisons meaningful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52044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5074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CPU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5074920" cy="18733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Select a supported CPU workload / algorithm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Vary worker count (e.g., 1 </a:t>
            </a:r>
            <a:r>
              <a:rPr sz="1400" dirty="0" err="1"/>
              <a:t>vs</a:t>
            </a:r>
            <a:r>
              <a:rPr sz="1400" dirty="0"/>
              <a:t> 4)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Keep test duration consistent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Observe CPU </a:t>
            </a:r>
            <a:r>
              <a:rPr sz="1400" dirty="0" err="1"/>
              <a:t>utilisation</a:t>
            </a:r>
            <a:r>
              <a:rPr sz="1400" dirty="0"/>
              <a:t>, elapsed time and throughput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4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Compare single-worker and multi-worker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212080" cy="352044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" cy="352044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947672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MEMORY WORKLOADS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50008"/>
            <a:ext cx="4846320" cy="22365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Set a bounded allocation size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Compare sequential and random access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Observe memory usage and page-fault counters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Explain demand paging and Copy-On-Write from the observed run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400" dirty="0"/>
              <a:t>• Stop if system responsiveness degrades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07 •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Monitoring, testing &amp;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Use real output from your current build; do not present unverified benchmark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566160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WHAT IS MONITORED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3154680" cy="28371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CPU and memory readings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Elapsed time / workload progress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Page-fault information when available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Worker exit status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CSV / log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54864" cy="3566160"/>
          </a:xfrm>
          <a:prstGeom prst="rect">
            <a:avLst/>
          </a:prstGeom>
          <a:solidFill>
            <a:srgbClr val="43D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VALIDATION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154680" cy="24678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CLI configuration and invalid inputs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CPU and memory modes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IPC / signals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Threading and </a:t>
            </a:r>
            <a:r>
              <a:rPr sz="1600" dirty="0" err="1"/>
              <a:t>synchronisation</a:t>
            </a:r>
            <a:endParaRPr sz="1600" dirty="0"/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Report file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54864" cy="356616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RESULTS TO SHOW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28371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1. Run a short test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2. Capture the terminal output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3. Open the generated CSV / summary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4. Compare two controlled runs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5. State your machine and test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43D0E6"/>
                </a:solidFill>
                <a:latin typeface="Aptos"/>
              </a:defRPr>
            </a:pPr>
            <a:r>
              <a:t>08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600" b="1" i="0">
                <a:solidFill>
                  <a:srgbClr val="F5F8FF"/>
                </a:solidFill>
                <a:latin typeface="Aptos"/>
              </a:defRPr>
            </a:pPr>
            <a:r>
              <a:t>Safety, conclusion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88136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4C2D6"/>
                </a:solidFill>
                <a:latin typeface="Aptos"/>
              </a:defRPr>
            </a:pPr>
            <a:r>
              <a:t>Finish with a short controlled run and explain what the output 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41148"/>
          </a:xfrm>
          <a:prstGeom prst="rect">
            <a:avLst/>
          </a:prstGeom>
          <a:solidFill>
            <a:srgbClr val="2F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34290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864" cy="3429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SAFETY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5029200" cy="24678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Use conservative worker counts and short durations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Keep memory allocation bounded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Stop with </a:t>
            </a:r>
            <a:r>
              <a:rPr sz="1600" dirty="0" err="1"/>
              <a:t>Ctrl+C</a:t>
            </a:r>
            <a:r>
              <a:rPr sz="1600" dirty="0"/>
              <a:t> if the system slows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Clean up worker processes and temporary IPC resources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• Linux-specific interfaces limit portability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16243D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4864" cy="3429000"/>
          </a:xfrm>
          <a:prstGeom prst="rect">
            <a:avLst/>
          </a:prstGeom>
          <a:solidFill>
            <a:srgbClr val="5B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4767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CONCLUSION &amp; DEMO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892040" cy="20985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1. Show help / configuration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2. Run a short CPU test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3. Run a small memory test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4. Open a generated report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 i="0">
                <a:solidFill>
                  <a:srgbClr val="B4C2D6"/>
                </a:solidFill>
                <a:latin typeface="Aptos"/>
              </a:defRPr>
            </a:pPr>
            <a:r>
              <a:rPr sz="1600" dirty="0"/>
              <a:t>5. Explain one CO </a:t>
            </a:r>
            <a:r>
              <a:rPr sz="1600" dirty="0" smtClean="0"/>
              <a:t>mapping</a:t>
            </a:r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8686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4C2D6"/>
                </a:solidFill>
                <a:latin typeface="Aptos"/>
              </a:defRPr>
            </a:pPr>
            <a:r>
              <a:t>OSSP HACKATHON  •  CPU &amp; MEMORY STRESS TESTING TOOL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07815" y="2169067"/>
            <a:ext cx="939918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54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957</Words>
  <Application>Microsoft Office PowerPoint</Application>
  <PresentationFormat>Custom</PresentationFormat>
  <Paragraphs>168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and Memory Stress Testing Tool — Updated 9-Slide Deck</dc:title>
  <dc:subject>OSSP Hackathon presentation</dc:subject>
  <dc:creator>OSSP Hackathon Team</dc:creator>
  <cp:keywords>OSSP, CPU stress, memory stress, Linux, POSIX</cp:keywords>
  <dc:description>generated using python-pptx</dc:description>
  <cp:lastModifiedBy>DELL</cp:lastModifiedBy>
  <cp:revision>3</cp:revision>
  <dcterms:created xsi:type="dcterms:W3CDTF">2013-01-27T09:14:16Z</dcterms:created>
  <dcterms:modified xsi:type="dcterms:W3CDTF">2026-10-17T05:10:38Z</dcterms:modified>
  <cp:category/>
</cp:coreProperties>
</file>